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425" r:id="rId3"/>
    <p:sldId id="426" r:id="rId4"/>
    <p:sldId id="435" r:id="rId5"/>
    <p:sldId id="436" r:id="rId6"/>
    <p:sldId id="407" r:id="rId7"/>
    <p:sldId id="437" r:id="rId8"/>
    <p:sldId id="438" r:id="rId9"/>
    <p:sldId id="439" r:id="rId10"/>
    <p:sldId id="428" r:id="rId11"/>
    <p:sldId id="440" r:id="rId12"/>
    <p:sldId id="415" r:id="rId13"/>
    <p:sldId id="427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43" d="100"/>
          <a:sy n="43" d="100"/>
        </p:scale>
        <p:origin x="219" y="2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DD0E-7B26-6A40-B99C-1DB1BA64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3FE2-3717-2EDA-F56E-5665D5A8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CE75D-996B-9833-1013-EAD9BB8A2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AF92-EF6C-FA8B-D809-38ED0AB7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22B3-BAA4-0BAA-67B7-A455E33D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A8D85-8EDB-320E-B82E-3D3DF0C09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96F83-412B-A26C-C37C-A10F2595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AA045-B911-BDFF-838C-B03FB3819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8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B1F5-1022-4CE3-A7AD-748C2939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021AD-DA3C-D2A8-6DCA-10B5C73F0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98A40-4575-A2B2-0DDD-B74DA6A8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951FB-F32F-3030-3950-0E80D0664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The New AI + Excel Modeling Stack: What Financial Modelers Need to Know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Financial Modeling Certification | Financial Modeling Institute">
            <a:extLst>
              <a:ext uri="{FF2B5EF4-FFF2-40B4-BE49-F238E27FC236}">
                <a16:creationId xmlns:a16="http://schemas.microsoft.com/office/drawing/2014/main" id="{72EA68FA-08B3-420A-F901-011898D55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295900"/>
            <a:ext cx="6118033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675" y="195638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s of Cleveland">
            <a:extLst>
              <a:ext uri="{FF2B5EF4-FFF2-40B4-BE49-F238E27FC236}">
                <a16:creationId xmlns:a16="http://schemas.microsoft.com/office/drawing/2014/main" id="{CBA53EEE-E3E1-D99E-A4DC-1C4DD2E6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92" y="2968810"/>
            <a:ext cx="5535359" cy="36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29" y="1736915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lobal Excel Summit (9-11 February 2022) - Microsoft Excel Conference">
            <a:extLst>
              <a:ext uri="{FF2B5EF4-FFF2-40B4-BE49-F238E27FC236}">
                <a16:creationId xmlns:a16="http://schemas.microsoft.com/office/drawing/2014/main" id="{A4A37758-F92B-49D0-9144-77DE1A40A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97664" y="4795613"/>
            <a:ext cx="2901909" cy="290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0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Clean and prep data the modern, reliable way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Run forecasting and simulations in Python in Excel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Use Copilot for fast, defensible analysis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 where Scripts, Automate, and Agents actually fit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Build a practical modeling workflow you can use tomorrow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A2F7-CEB0-4209-DC3D-F249E977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B21DD4-1E71-0731-A2B8-76CDA8683D46}"/>
              </a:ext>
            </a:extLst>
          </p:cNvPr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The AI sweet spot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67A43BF-28D5-E587-7263-F5E78BC8B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B25DAC54-5829-C2EE-04C9-18CD81CE9096}"/>
              </a:ext>
            </a:extLst>
          </p:cNvPr>
          <p:cNvSpPr/>
          <p:nvPr/>
        </p:nvSpPr>
        <p:spPr>
          <a:xfrm>
            <a:off x="1143000" y="3695700"/>
            <a:ext cx="15392400" cy="3733800"/>
          </a:xfrm>
          <a:prstGeom prst="leftRightArrow">
            <a:avLst/>
          </a:prstGeom>
          <a:solidFill>
            <a:srgbClr val="CF3338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9E5D4-9FF2-2C0F-5B3F-7B2E307FA5D0}"/>
              </a:ext>
            </a:extLst>
          </p:cNvPr>
          <p:cNvSpPr/>
          <p:nvPr/>
        </p:nvSpPr>
        <p:spPr>
          <a:xfrm>
            <a:off x="6629400" y="4648200"/>
            <a:ext cx="39624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AI is just another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C6237-2E9E-5783-FD0D-BC4939235463}"/>
              </a:ext>
            </a:extLst>
          </p:cNvPr>
          <p:cNvSpPr txBox="1"/>
          <p:nvPr/>
        </p:nvSpPr>
        <p:spPr>
          <a:xfrm>
            <a:off x="2667000" y="4991100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AI is useless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6B48F-B4DE-EC2C-3E01-3DAE4467291D}"/>
              </a:ext>
            </a:extLst>
          </p:cNvPr>
          <p:cNvSpPr txBox="1"/>
          <p:nvPr/>
        </p:nvSpPr>
        <p:spPr>
          <a:xfrm>
            <a:off x="11125200" y="4839325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AI will take my job</a:t>
            </a:r>
          </a:p>
        </p:txBody>
      </p:sp>
    </p:spTree>
    <p:extLst>
      <p:ext uri="{BB962C8B-B14F-4D97-AF65-F5344CB8AC3E}">
        <p14:creationId xmlns:p14="http://schemas.microsoft.com/office/powerpoint/2010/main" val="352342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DAFB-C39F-E1F1-239C-CC130F0E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F99B048-238E-884E-F9CC-BE1003469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C5240-267F-C074-4137-482F2BB3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07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Auditable data cleaning with Power Query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Copilot to profile for dirty data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Build the reproducible pipeline with Power Query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Improve the documentation with Copilot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CBBF-8FFC-E22C-8007-C2C9DD55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9677D3-44B2-5B66-71B7-B1543A9DF4D8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31ED99-003F-9B63-0C97-20993D0F4B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5B7C2-2826-D66C-4521-5694092DDB43}"/>
              </a:ext>
            </a:extLst>
          </p:cNvPr>
          <p:cNvSpPr txBox="1"/>
          <p:nvPr/>
        </p:nvSpPr>
        <p:spPr>
          <a:xfrm>
            <a:off x="260431" y="329879"/>
            <a:ext cx="8906720" cy="6296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Monte Carlo simulation with Copilot + Python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Specify parameters via natural language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Build the reproducible simulation with Python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EquitySnapshotClean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1735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F86A-C9A1-36F7-63F4-518236B2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93C5A-E306-615A-6570-3BDCB204E0E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563824-D714-5588-FCB3-54A382D2BC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301B72-4635-023D-51BD-0B9F1FEDF896}"/>
              </a:ext>
            </a:extLst>
          </p:cNvPr>
          <p:cNvSpPr txBox="1"/>
          <p:nvPr/>
        </p:nvSpPr>
        <p:spPr>
          <a:xfrm>
            <a:off x="260431" y="329879"/>
            <a:ext cx="8906720" cy="757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Agentic reasoning &amp; analysis with Agent Analyst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Ask Agent Analyst to diagnose valuation patterns, outliers, and sector differences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Let the agent walk through its reasoning and show intermediate steps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its findings to draft a concise, defensible executive summary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699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B882-454A-EA2E-95D8-62528690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D9137F-AB84-4A7D-C46D-CD5ECFE5D7F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5DE7AF-05B2-1DE1-C36A-524D3F1CCC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6D2621-E985-98E9-6041-1E91616B5A2A}"/>
              </a:ext>
            </a:extLst>
          </p:cNvPr>
          <p:cNvSpPr txBox="1"/>
          <p:nvPr/>
        </p:nvSpPr>
        <p:spPr>
          <a:xfrm>
            <a:off x="260431" y="329879"/>
            <a:ext cx="8906720" cy="849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Automated workflows with Office Scripts &amp; Power Automate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Record an Office Script for a repetitive modeling step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to trigger the script automatically on a schedule or event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Show how automation removes manual touchpoints without sacrificing control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1972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079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AI-assisted workflows with Agent Mode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Agent Mode to coordinate multi-step tasks across sheets, tables, and tools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Let the agent combine formulas, charts, and explanations into one workflow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Review and approve its output to ensure accuracy and maintain auditability</a:t>
            </a:r>
            <a:endParaRPr lang="en-US" sz="32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60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C72A-DF4F-3619-6A00-C42C9EF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653C19F5-31E1-B871-222A-EE176EB1C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4145DF-B19E-A76D-EA90-329D749F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3C9-D5F7-C820-78B9-E169BDF2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71779-1F50-1702-DEC1-87CD482189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C4C7B-C529-5329-03AC-796804551DC1}"/>
              </a:ext>
            </a:extLst>
          </p:cNvPr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78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2673</TotalTime>
  <Words>311</Words>
  <Application>Microsoft Office PowerPoint</Application>
  <PresentationFormat>Custom</PresentationFormat>
  <Paragraphs>65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Aliens &amp; cows</vt:lpstr>
      <vt:lpstr>Consolas</vt:lpstr>
      <vt:lpstr>Normafixed Tryout</vt:lpstr>
      <vt:lpstr>Pragmatica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229</cp:revision>
  <dcterms:created xsi:type="dcterms:W3CDTF">2006-08-16T00:00:00Z</dcterms:created>
  <dcterms:modified xsi:type="dcterms:W3CDTF">2025-11-18T00:45:37Z</dcterms:modified>
  <dc:identifier>DADurESpNu8</dc:identifier>
</cp:coreProperties>
</file>